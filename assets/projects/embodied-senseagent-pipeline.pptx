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27be02c8748e7" /><Relationship Type="http://schemas.openxmlformats.org/officeDocument/2006/relationships/extended-properties" Target="/docProps/app.xml" Id="Rfec848c28a124e27" /><Relationship Type="http://schemas.openxmlformats.org/officeDocument/2006/relationships/officeDocument" Target="/ppt/presentation.xml" Id="Rd5eabe3b2474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b4439212e4c0e"/>
  </p:sldMasterIdLst>
  <p:notesMasterIdLst>
    <p:notesMasterId xmlns:r="http://schemas.openxmlformats.org/officeDocument/2006/relationships" r:id="R40561adbe7d34322"/>
  </p:notesMasterIdLst>
  <p:sldIdLst>
    <p:sldId xmlns:r="http://schemas.openxmlformats.org/officeDocument/2006/relationships" id="256" r:id="Rc6638cd3794e447c"/>
  </p:sldIdLst>
  <p:sldSz cx="6400800" cy="26974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9feb525b24941" /><Relationship Type="http://schemas.openxmlformats.org/officeDocument/2006/relationships/slideMaster" Target="/ppt/slideMasters/slideMaster1.xml" Id="R3d3b4439212e4c0e" /><Relationship Type="http://schemas.openxmlformats.org/officeDocument/2006/relationships/notesMaster" Target="/ppt/notesMasters/notesMaster1.xml" Id="R40561adbe7d34322" /><Relationship Type="http://schemas.openxmlformats.org/officeDocument/2006/relationships/presProps" Target="/ppt/presProps.xml" Id="R228bc192418b4040" /><Relationship Type="http://schemas.openxmlformats.org/officeDocument/2006/relationships/tableStyles" Target="/ppt/tableStyles.xml" Id="Ra48d7e15e4684f6c" /><Relationship Type="http://schemas.openxmlformats.org/officeDocument/2006/relationships/slide" Target="/ppt/slides/slide1.xml" Id="Rc6638cd3794e44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768e54e9e4e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ARS AAAI-27">
      <a:dk1>
        <a:srgbClr val="000000"/>
      </a:dk1>
      <a:lt1>
        <a:srgbClr val="FFFFFF"/>
      </a:lt1>
      <a:dk2>
        <a:srgbClr val="1A1A1A"/>
      </a:dk2>
      <a:lt2>
        <a:srgbClr val="EEF0F2"/>
      </a:lt2>
      <a:accent1>
        <a:srgbClr val="0072B2"/>
      </a:accent1>
      <a:accent2>
        <a:srgbClr val="006B4F"/>
      </a:accent2>
      <a:accent3>
        <a:srgbClr val="A63D00"/>
      </a:accent3>
      <a:accent4>
        <a:srgbClr val="8C3A73"/>
      </a:accent4>
      <a:accent5>
        <a:srgbClr val="806600"/>
      </a:accent5>
      <a:accent6>
        <a:srgbClr val="4B5563"/>
      </a:accent6>
      <a:hlink>
        <a:srgbClr val="0072B2"/>
      </a:hlink>
      <a:folHlink>
        <a:srgbClr val="8C3A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RS AAAI-27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ecb7cf15f14b98" /><Relationship Type="http://schemas.openxmlformats.org/officeDocument/2006/relationships/notesMaster" Target="/ppt/notesMasters/notesMaster1.xml" Id="R98ead6d19a9f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https://github.com/checheng117/EmbodiedSceneAgent</a:t>
            </a:r>
          </a:p>
          <a:p xmlns:a="http://schemas.openxmlformats.org/drawingml/2006/main">
            <a:r>
              <a:t>- https://raw.githubusercontent.com/checheng117/EmbodiedSceneAgent/main/assets/architecture_overview.svg</a:t>
            </a:r>
          </a:p>
          <a:p xmlns:a="http://schemas.openxmlformats.org/drawingml/2006/main">
            <a:r>
              <a:t>- User-supplied editable MARS figure reference</a:t>
            </a:r>
          </a:p>
          <a:p xmlns:a="http://schemas.openxmlformats.org/drawingml/2006/main">
            <a:r>
              <a:t>- https://github.com/google/material-design-icons</a:t>
            </a:r>
          </a:p>
          <a:p xmlns:a="http://schemas.openxmlformats.org/drawingml/2006/main">
            <a:r>
              <a:t>- https://github.com/google/material-design-icons/blob/master/LICENSE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fd56c651844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6090653634839" /><Relationship Type="http://schemas.openxmlformats.org/officeDocument/2006/relationships/slideLayout" Target="/ppt/slideLayouts/slideLayout1.xml" Id="Ra1e5ba3df30747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e5ba3df30747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ARS AAAI-27">
      <a:dk1>
        <a:srgbClr val="000000"/>
      </a:dk1>
      <a:lt1>
        <a:srgbClr val="FFFFFF"/>
      </a:lt1>
      <a:dk2>
        <a:srgbClr val="1A1A1A"/>
      </a:dk2>
      <a:lt2>
        <a:srgbClr val="EEF0F2"/>
      </a:lt2>
      <a:accent1>
        <a:srgbClr val="0072B2"/>
      </a:accent1>
      <a:accent2>
        <a:srgbClr val="006B4F"/>
      </a:accent2>
      <a:accent3>
        <a:srgbClr val="A63D00"/>
      </a:accent3>
      <a:accent4>
        <a:srgbClr val="8C3A73"/>
      </a:accent4>
      <a:accent5>
        <a:srgbClr val="806600"/>
      </a:accent5>
      <a:accent6>
        <a:srgbClr val="4B5563"/>
      </a:accent6>
      <a:hlink>
        <a:srgbClr val="0072B2"/>
      </a:hlink>
      <a:folHlink>
        <a:srgbClr val="8C3A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RS AAAI-27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4c04a58b34d12" /><Relationship Type="http://schemas.openxmlformats.org/officeDocument/2006/relationships/image" Target="/ppt/media/image.png" Id="R34033a276e1842a3" /><Relationship Type="http://schemas.openxmlformats.org/officeDocument/2006/relationships/image" Target="/ppt/media/image.svg" Id="R5a8af3dfd57d440e" /><Relationship Type="http://schemas.openxmlformats.org/officeDocument/2006/relationships/image" Target="/ppt/media/image2.png" Id="R9a21df593c1a40c4" /><Relationship Type="http://schemas.openxmlformats.org/officeDocument/2006/relationships/image" Target="/ppt/media/image2.svg" Id="R5bb0144acda74de7" /><Relationship Type="http://schemas.openxmlformats.org/officeDocument/2006/relationships/image" Target="/ppt/media/image3.png" Id="R41156178f87f4ecd" /><Relationship Type="http://schemas.openxmlformats.org/officeDocument/2006/relationships/image" Target="/ppt/media/image3.svg" Id="R6dd63ca38820412a" /><Relationship Type="http://schemas.openxmlformats.org/officeDocument/2006/relationships/image" Target="/ppt/media/image4.png" Id="R3c38729f852f4c98" /><Relationship Type="http://schemas.openxmlformats.org/officeDocument/2006/relationships/image" Target="/ppt/media/image4.svg" Id="R002829996a51434c" /><Relationship Type="http://schemas.openxmlformats.org/officeDocument/2006/relationships/image" Target="/ppt/media/image5.png" Id="R79c04fe1b73444a2" /><Relationship Type="http://schemas.openxmlformats.org/officeDocument/2006/relationships/image" Target="/ppt/media/image5.svg" Id="R9499bd0bcff641bc" /><Relationship Type="http://schemas.openxmlformats.org/officeDocument/2006/relationships/image" Target="/ppt/media/image6.png" Id="Rc547254c9cc9496b" /><Relationship Type="http://schemas.openxmlformats.org/officeDocument/2006/relationships/image" Target="/ppt/media/image6.svg" Id="R5961d7c5d2cb4510" /><Relationship Type="http://schemas.openxmlformats.org/officeDocument/2006/relationships/image" Target="/ppt/media/image7.png" Id="R9885984a31d24cc3" /><Relationship Type="http://schemas.openxmlformats.org/officeDocument/2006/relationships/image" Target="/ppt/media/image7.svg" Id="Re812400bd5e24e03" /><Relationship Type="http://schemas.openxmlformats.org/officeDocument/2006/relationships/image" Target="/ppt/media/image8.png" Id="R907dc6847b5f40ef" /><Relationship Type="http://schemas.openxmlformats.org/officeDocument/2006/relationships/image" Target="/ppt/media/image8.svg" Id="R990679cd85414711" /><Relationship Type="http://schemas.openxmlformats.org/officeDocument/2006/relationships/image" Target="/ppt/media/image9.png" Id="Rc019f7adf97848b7" /><Relationship Type="http://schemas.openxmlformats.org/officeDocument/2006/relationships/image" Target="/ppt/media/image9.svg" Id="Rbf56988c9b904e91" /><Relationship Type="http://schemas.openxmlformats.org/officeDocument/2006/relationships/image" Target="/ppt/media/image10.png" Id="R92bced01e1e44b2a" /><Relationship Type="http://schemas.openxmlformats.org/officeDocument/2006/relationships/image" Target="/ppt/media/image10.svg" Id="R24669c8ad5c74d4f" /><Relationship Type="http://schemas.openxmlformats.org/officeDocument/2006/relationships/image" Target="/ppt/media/image11.png" Id="R58fee78a1b794a16" /><Relationship Type="http://schemas.openxmlformats.org/officeDocument/2006/relationships/image" Target="/ppt/media/image11.svg" Id="R9d035c4a0dc64e03" /><Relationship Type="http://schemas.openxmlformats.org/officeDocument/2006/relationships/image" Target="/ppt/media/image12.png" Id="Rcee7b660ee2046ec" /><Relationship Type="http://schemas.openxmlformats.org/officeDocument/2006/relationships/image" Target="/ppt/media/image12.svg" Id="R46b8dd6ddbbd48c9" /><Relationship Type="http://schemas.openxmlformats.org/officeDocument/2006/relationships/image" Target="/ppt/media/image13.png" Id="R62d95f6415a64165" /><Relationship Type="http://schemas.openxmlformats.org/officeDocument/2006/relationships/image" Target="/ppt/media/image13.svg" Id="Rb4def9b97de348c7" /><Relationship Type="http://schemas.openxmlformats.org/officeDocument/2006/relationships/image" Target="/ppt/media/image14.png" Id="Rec34c89a842e47d0" /><Relationship Type="http://schemas.openxmlformats.org/officeDocument/2006/relationships/image" Target="/ppt/media/image14.svg" Id="R19384b99048043c6" /><Relationship Type="http://schemas.openxmlformats.org/officeDocument/2006/relationships/image" Target="/ppt/media/image15.png" Id="R9c4b7ec99e124cbc" /><Relationship Type="http://schemas.openxmlformats.org/officeDocument/2006/relationships/image" Target="/ppt/media/image15.svg" Id="R1a5074898e9740e4" /><Relationship Type="http://schemas.openxmlformats.org/officeDocument/2006/relationships/image" Target="/ppt/media/image16.png" Id="R0e10e9a9024048c6" /><Relationship Type="http://schemas.openxmlformats.org/officeDocument/2006/relationships/image" Target="/ppt/media/image16.svg" Id="Rcb3581bfb94d4c4a" /><Relationship Type="http://schemas.openxmlformats.org/officeDocument/2006/relationships/image" Target="/ppt/media/image17.png" Id="Rce7931208a624f4e" /><Relationship Type="http://schemas.openxmlformats.org/officeDocument/2006/relationships/image" Target="/ppt/media/image17.svg" Id="Rcc016c15e2eb4813" /><Relationship Type="http://schemas.openxmlformats.org/officeDocument/2006/relationships/image" Target="/ppt/media/image18.png" Id="R2fa4c11510bb401d" /><Relationship Type="http://schemas.openxmlformats.org/officeDocument/2006/relationships/image" Target="/ppt/media/image18.svg" Id="Rbde18fc1909a42d9" /><Relationship Type="http://schemas.openxmlformats.org/officeDocument/2006/relationships/image" Target="/ppt/media/image19.png" Id="Rf2ce2a28c7494c96" /><Relationship Type="http://schemas.openxmlformats.org/officeDocument/2006/relationships/image" Target="/ppt/media/image19.svg" Id="R18cbadd89c954551" /><Relationship Type="http://schemas.openxmlformats.org/officeDocument/2006/relationships/image" Target="/ppt/media/image20.png" Id="R5d5133aa98b3453f" /><Relationship Type="http://schemas.openxmlformats.org/officeDocument/2006/relationships/image" Target="/ppt/media/image20.svg" Id="R02414a9767824bd0" /><Relationship Type="http://schemas.openxmlformats.org/officeDocument/2006/relationships/image" Target="/ppt/media/image21.png" Id="R29f24fe97f794bca" /><Relationship Type="http://schemas.openxmlformats.org/officeDocument/2006/relationships/image" Target="/ppt/media/image21.svg" Id="R8de1998651724c27" /><Relationship Type="http://schemas.openxmlformats.org/officeDocument/2006/relationships/image" Target="/ppt/media/image22.png" Id="Red34ec8f04c94684" /><Relationship Type="http://schemas.openxmlformats.org/officeDocument/2006/relationships/image" Target="/ppt/media/image22.svg" Id="R7d47ce9e128e4df6" /><Relationship Type="http://schemas.openxmlformats.org/officeDocument/2006/relationships/notesSlide" Target="/ppt/notesSlides/notesSlide1.xml" Id="R6a76b1820e8f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1CONNECT__sep_a">
            <a:extLst xmlns:a="http://schemas.openxmlformats.org/drawingml/2006/main">
              <a:ext uri="{FF2B5EF4-FFF2-40B4-BE49-F238E27FC236}">
                <a16:creationId xmlns:a16="http://schemas.microsoft.com/office/drawing/2014/main" id="{A53AFFE2-773D-47BB-9FE8-B71D2670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19050"/>
            <a:ext cx="0" cy="246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4BC"/>
            </a:solidFill>
            <a:prstDash val="solid"/>
          </a:ln>
        </p:spPr>
      </p:sp>
      <p:sp>
        <p:nvSpPr>
          <p:cNvPr id="2" name="G1CONNECT__sep_c">
            <a:extLst xmlns:a="http://schemas.openxmlformats.org/drawingml/2006/main">
              <a:ext uri="{FF2B5EF4-FFF2-40B4-BE49-F238E27FC236}">
                <a16:creationId xmlns:a16="http://schemas.microsoft.com/office/drawing/2014/main" id="{83DEE49E-8E45-458E-B71A-15C7CF7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8800" y="19050"/>
            <a:ext cx="0" cy="246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4BC"/>
            </a:solidFill>
            <a:prstDash val="solid"/>
          </a:ln>
        </p:spPr>
      </p:sp>
      <p:sp>
        <p:nvSpPr>
          <p:cNvPr id="115" name="G1CONNECT__input_to_vlm">
            <a:extLst xmlns:a="http://schemas.openxmlformats.org/drawingml/2006/main">
              <a:ext uri="{FF2B5EF4-FFF2-40B4-BE49-F238E27FC236}">
                <a16:creationId xmlns:a16="http://schemas.microsoft.com/office/drawing/2014/main" id="{ED2A52FD-E6DA-4722-ADD9-C1801DC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625" y="904875"/>
            <a:ext cx="57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6668">
            <a:solidFill>
              <a:srgbClr val="4B5563"/>
            </a:solidFill>
            <a:prstDash val="solid"/>
          </a:ln>
        </p:spPr>
      </p:sp>
      <p:sp>
        <p:nvSpPr>
          <p:cNvPr id="116" name="G1CONNECT__vlm_to_prod">
            <a:extLst xmlns:a="http://schemas.openxmlformats.org/drawingml/2006/main">
              <a:ext uri="{FF2B5EF4-FFF2-40B4-BE49-F238E27FC236}">
                <a16:creationId xmlns:a16="http://schemas.microsoft.com/office/drawing/2014/main" id="{D224AD0D-1676-4AB4-8B2B-C7CD802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725" y="904875"/>
            <a:ext cx="57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3A73"/>
          </a:solidFill>
          <a:ln xmlns:a="http://schemas.openxmlformats.org/drawingml/2006/main" w="6668">
            <a:solidFill>
              <a:srgbClr val="8C3A73"/>
            </a:solidFill>
            <a:prstDash val="solid"/>
          </a:ln>
        </p:spPr>
      </p:sp>
      <p:sp>
        <p:nvSpPr>
          <p:cNvPr id="117" name="G1CONNECT__prod_vbox">
            <a:extLst xmlns:a="http://schemas.openxmlformats.org/drawingml/2006/main">
              <a:ext uri="{FF2B5EF4-FFF2-40B4-BE49-F238E27FC236}">
                <a16:creationId xmlns:a16="http://schemas.microsoft.com/office/drawing/2014/main" id="{56BF579B-4C48-4F91-98BC-8882523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1581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06600"/>
            </a:solidFill>
            <a:prstDash val="solid"/>
          </a:ln>
        </p:spPr>
      </p:sp>
      <p:sp>
        <p:nvSpPr>
          <p:cNvPr id="118" name="G1CONNECT__prod_geom">
            <a:extLst xmlns:a="http://schemas.openxmlformats.org/drawingml/2006/main">
              <a:ext uri="{FF2B5EF4-FFF2-40B4-BE49-F238E27FC236}">
                <a16:creationId xmlns:a16="http://schemas.microsoft.com/office/drawing/2014/main" id="{CBC6854D-7B9E-4DCC-ABE6-856D7BA2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025" y="1152525"/>
            <a:ext cx="66675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G1CONNECT__proposal_to_cons">
            <a:extLst xmlns:a="http://schemas.openxmlformats.org/drawingml/2006/main">
              <a:ext uri="{FF2B5EF4-FFF2-40B4-BE49-F238E27FC236}">
                <a16:creationId xmlns:a16="http://schemas.microsoft.com/office/drawing/2014/main" id="{6EE0CB83-0BDD-4215-84E1-15B68DF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1925" y="904875"/>
            <a:ext cx="57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</p:sp>
      <p:sp>
        <p:nvSpPr>
          <p:cNvPr id="120" name="G1CONNECT__cons_to_anchor">
            <a:extLst xmlns:a="http://schemas.openxmlformats.org/drawingml/2006/main">
              <a:ext uri="{FF2B5EF4-FFF2-40B4-BE49-F238E27FC236}">
                <a16:creationId xmlns:a16="http://schemas.microsoft.com/office/drawing/2014/main" id="{C787CEB9-EEBF-4B79-94F1-174B2F8A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2025" y="904875"/>
            <a:ext cx="57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6668">
            <a:solidFill>
              <a:srgbClr val="006B4F"/>
            </a:solidFill>
            <a:prstDash val="solid"/>
          </a:ln>
        </p:spPr>
      </p:sp>
      <p:sp>
        <p:nvSpPr>
          <p:cNvPr id="124" name="G1CONNECT__offline_injection">
            <a:extLst xmlns:a="http://schemas.openxmlformats.org/drawingml/2006/main">
              <a:ext uri="{FF2B5EF4-FFF2-40B4-BE49-F238E27FC236}">
                <a16:creationId xmlns:a16="http://schemas.microsoft.com/office/drawing/2014/main" id="{BA911EAD-1905-42BA-BFAB-5D34A534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5200650" y="1581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06600"/>
            </a:solidFill>
            <a:prstDash val="solid"/>
          </a:ln>
        </p:spPr>
      </p:sp>
      <p:sp>
        <p:nvSpPr>
          <p:cNvPr id="125" name="G1CONNECT__offline_injection_head">
            <a:extLst xmlns:a="http://schemas.openxmlformats.org/drawingml/2006/main">
              <a:ext uri="{FF2B5EF4-FFF2-40B4-BE49-F238E27FC236}">
                <a16:creationId xmlns:a16="http://schemas.microsoft.com/office/drawing/2014/main" id="{5A53A280-C6EF-453D-9D7B-AF0CAE41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15430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06600"/>
          </a:solidFill>
          <a:ln xmlns:a="http://schemas.openxmlformats.org/drawingml/2006/main" w="0">
            <a:solidFill>
              <a:srgbClr val="806600"/>
            </a:solidFill>
            <a:prstDash val="solid"/>
          </a:ln>
        </p:spPr>
      </p:sp>
      <p:sp>
        <p:nvSpPr>
          <p:cNvPr id="3" name="G1A__title">
            <a:extLst xmlns:a="http://schemas.openxmlformats.org/drawingml/2006/main">
              <a:ext uri="{FF2B5EF4-FFF2-40B4-BE49-F238E27FC236}">
                <a16:creationId xmlns:a16="http://schemas.microsoft.com/office/drawing/2014/main" id="{0881B112-2B4B-4B8F-9F29-E42CF53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75" y="19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(a) One-shot</a:t>
            </a:r>
          </a:p>
        </p:txBody>
      </p:sp>
      <p:sp>
        <p:nvSpPr>
          <p:cNvPr id="4" name="G1A__observation">
            <a:extLst xmlns:a="http://schemas.openxmlformats.org/drawingml/2006/main">
              <a:ext uri="{FF2B5EF4-FFF2-40B4-BE49-F238E27FC236}">
                <a16:creationId xmlns:a16="http://schemas.microsoft.com/office/drawing/2014/main" id="{572D2392-612C-465E-95D3-76171CD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" y="323850"/>
            <a:ext cx="609600" cy="3429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AEB4BC"/>
            </a:solidFill>
            <a:prstDash val="solid"/>
          </a:ln>
        </p:spPr>
      </p:sp>
      <p:sp>
        <p:nvSpPr>
          <p:cNvPr id="5" name="G1A__stereo_badge">
            <a:extLst xmlns:a="http://schemas.openxmlformats.org/drawingml/2006/main">
              <a:ext uri="{FF2B5EF4-FFF2-40B4-BE49-F238E27FC236}">
                <a16:creationId xmlns:a16="http://schemas.microsoft.com/office/drawing/2014/main" id="{4BAB5F4D-93FD-4E87-A15A-AB610440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" y="257175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G1A__observation_label">
            <a:extLst xmlns:a="http://schemas.openxmlformats.org/drawingml/2006/main">
              <a:ext uri="{FF2B5EF4-FFF2-40B4-BE49-F238E27FC236}">
                <a16:creationId xmlns:a16="http://schemas.microsoft.com/office/drawing/2014/main" id="{4193CF4F-87B8-4B5E-8426-B6544FD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600" y="342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88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Observe</a:t>
            </a:r>
          </a:p>
        </p:txBody>
      </p:sp>
      <p:sp>
        <p:nvSpPr>
          <p:cNvPr id="8" name="G1A__left_view">
            <a:extLst xmlns:a="http://schemas.openxmlformats.org/drawingml/2006/main">
              <a:ext uri="{FF2B5EF4-FFF2-40B4-BE49-F238E27FC236}">
                <a16:creationId xmlns:a16="http://schemas.microsoft.com/office/drawing/2014/main" id="{60EC7C49-5AF9-46E8-8225-493DF0B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" y="438150"/>
            <a:ext cx="238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G1A__right_view">
            <a:extLst xmlns:a="http://schemas.openxmlformats.org/drawingml/2006/main">
              <a:ext uri="{FF2B5EF4-FFF2-40B4-BE49-F238E27FC236}">
                <a16:creationId xmlns:a16="http://schemas.microsoft.com/office/drawing/2014/main" id="{09D997C5-BF9A-4842-BEC4-EE01205D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025" y="438150"/>
            <a:ext cx="238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G1A__left_label">
            <a:extLst xmlns:a="http://schemas.openxmlformats.org/drawingml/2006/main">
              <a:ext uri="{FF2B5EF4-FFF2-40B4-BE49-F238E27FC236}">
                <a16:creationId xmlns:a16="http://schemas.microsoft.com/office/drawing/2014/main" id="{CE5ADF95-8B38-481F-B966-4101205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" y="438150"/>
            <a:ext cx="238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G1A__right_label">
            <a:extLst xmlns:a="http://schemas.openxmlformats.org/drawingml/2006/main">
              <a:ext uri="{FF2B5EF4-FFF2-40B4-BE49-F238E27FC236}">
                <a16:creationId xmlns:a16="http://schemas.microsoft.com/office/drawing/2014/main" id="{1E0E926F-78FF-468F-A2A8-98E835A3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025" y="438150"/>
            <a:ext cx="238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G1A__instruction">
            <a:extLst xmlns:a="http://schemas.openxmlformats.org/drawingml/2006/main">
              <a:ext uri="{FF2B5EF4-FFF2-40B4-BE49-F238E27FC236}">
                <a16:creationId xmlns:a16="http://schemas.microsoft.com/office/drawing/2014/main" id="{113AB1F3-18FA-4996-81A0-037DBCE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" y="762000"/>
            <a:ext cx="609600" cy="2857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3" name="G1A__task_badge">
            <a:extLst xmlns:a="http://schemas.openxmlformats.org/drawingml/2006/main">
              <a:ext uri="{FF2B5EF4-FFF2-40B4-BE49-F238E27FC236}">
                <a16:creationId xmlns:a16="http://schemas.microsoft.com/office/drawing/2014/main" id="{ABE259D2-BD07-4304-BE1F-58D089DA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" y="823913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G1A__instruction_text">
            <a:extLst xmlns:a="http://schemas.openxmlformats.org/drawingml/2006/main">
              <a:ext uri="{FF2B5EF4-FFF2-40B4-BE49-F238E27FC236}">
                <a16:creationId xmlns:a16="http://schemas.microsoft.com/office/drawing/2014/main" id="{82987924-254C-47D1-9696-71E4965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600" y="7715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16" name="G1A__arrow_1">
            <a:extLst xmlns:a="http://schemas.openxmlformats.org/drawingml/2006/main">
              <a:ext uri="{FF2B5EF4-FFF2-40B4-BE49-F238E27FC236}">
                <a16:creationId xmlns:a16="http://schemas.microsoft.com/office/drawing/2014/main" id="{BADB92D3-2E66-40DD-9249-769A686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3171825" y="919163"/>
            <a:ext cx="66675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6668">
            <a:solidFill>
              <a:srgbClr val="0072B2"/>
            </a:solidFill>
            <a:prstDash val="solid"/>
          </a:ln>
        </p:spPr>
      </p:sp>
      <p:sp>
        <p:nvSpPr>
          <p:cNvPr id="17" name="G1A__vla">
            <a:extLst xmlns:a="http://schemas.openxmlformats.org/drawingml/2006/main">
              <a:ext uri="{FF2B5EF4-FFF2-40B4-BE49-F238E27FC236}">
                <a16:creationId xmlns:a16="http://schemas.microsoft.com/office/drawing/2014/main" id="{DCE168D9-6C44-4321-9472-5F613CBF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" y="1162050"/>
            <a:ext cx="609600" cy="323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8" name="G1A__vla_badge">
            <a:extLst xmlns:a="http://schemas.openxmlformats.org/drawingml/2006/main">
              <a:ext uri="{FF2B5EF4-FFF2-40B4-BE49-F238E27FC236}">
                <a16:creationId xmlns:a16="http://schemas.microsoft.com/office/drawing/2014/main" id="{22CA6CC2-5C68-4DAA-A335-897C933D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" y="1338263"/>
            <a:ext cx="142875" cy="14287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G1A__vla_text">
            <a:extLst xmlns:a="http://schemas.openxmlformats.org/drawingml/2006/main">
              <a:ext uri="{FF2B5EF4-FFF2-40B4-BE49-F238E27FC236}">
                <a16:creationId xmlns:a16="http://schemas.microsoft.com/office/drawing/2014/main" id="{E429D020-43A5-465F-99D3-532694A5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600" y="11715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Plan once</a:t>
            </a:r>
          </a:p>
        </p:txBody>
      </p:sp>
      <p:sp>
        <p:nvSpPr>
          <p:cNvPr id="21" name="G1A__arrow_2">
            <a:extLst xmlns:a="http://schemas.openxmlformats.org/drawingml/2006/main">
              <a:ext uri="{FF2B5EF4-FFF2-40B4-BE49-F238E27FC236}">
                <a16:creationId xmlns:a16="http://schemas.microsoft.com/office/drawing/2014/main" id="{AA044747-73A0-4665-A3BF-FEB7777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325" y="1495425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6668">
            <a:solidFill>
              <a:srgbClr val="4B5563"/>
            </a:solidFill>
            <a:prstDash val="solid"/>
          </a:ln>
        </p:spPr>
      </p:sp>
      <p:sp>
        <p:nvSpPr>
          <p:cNvPr id="22" name="G1A__final">
            <a:extLst xmlns:a="http://schemas.openxmlformats.org/drawingml/2006/main">
              <a:ext uri="{FF2B5EF4-FFF2-40B4-BE49-F238E27FC236}">
                <a16:creationId xmlns:a16="http://schemas.microsoft.com/office/drawing/2014/main" id="{D56551B2-DFC1-4A48-82F0-B639BC8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" y="1600200"/>
            <a:ext cx="609600" cy="323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23" name="G1A__final_point_badge">
            <a:extLst xmlns:a="http://schemas.openxmlformats.org/drawingml/2006/main">
              <a:ext uri="{FF2B5EF4-FFF2-40B4-BE49-F238E27FC236}">
                <a16:creationId xmlns:a16="http://schemas.microsoft.com/office/drawing/2014/main" id="{D7911847-B4E7-4E70-A9A5-1D5C717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" y="1876425"/>
            <a:ext cx="142875" cy="14287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G1A__final_text">
            <a:extLst xmlns:a="http://schemas.openxmlformats.org/drawingml/2006/main">
              <a:ext uri="{FF2B5EF4-FFF2-40B4-BE49-F238E27FC236}">
                <a16:creationId xmlns:a16="http://schemas.microsoft.com/office/drawing/2014/main" id="{3DFCF2AC-00B9-49CB-A7C6-C3F4F62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600" y="16097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26" name="G1A__no_handoff">
            <a:extLst xmlns:a="http://schemas.openxmlformats.org/drawingml/2006/main">
              <a:ext uri="{FF2B5EF4-FFF2-40B4-BE49-F238E27FC236}">
                <a16:creationId xmlns:a16="http://schemas.microsoft.com/office/drawing/2014/main" id="{182068D2-43C1-4182-B3C6-B3ED3E9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" y="2038350"/>
            <a:ext cx="609600" cy="361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9525">
            <a:solidFill>
              <a:srgbClr val="A63D00"/>
            </a:solidFill>
            <a:prstDash val="solid"/>
          </a:ln>
        </p:spPr>
      </p:sp>
      <p:sp>
        <p:nvSpPr>
          <p:cNvPr id="27" name="G1A__no_handoff_text">
            <a:extLst xmlns:a="http://schemas.openxmlformats.org/drawingml/2006/main">
              <a:ext uri="{FF2B5EF4-FFF2-40B4-BE49-F238E27FC236}">
                <a16:creationId xmlns:a16="http://schemas.microsoft.com/office/drawing/2014/main" id="{B64F5D15-10D2-4357-B516-943AD30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" y="2047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5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rPr>
              <a:t>No verify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75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rPr>
              <a:t>or recovery</a:t>
            </a:r>
          </a:p>
        </p:txBody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33a276e1842a3">
            <a:extLst>
              <a:ext uri="{96DAC541-7B7A-43D3-8B79-37D633B846F1}">
                <asvg:svgBlip xmlns:asvg="http://schemas.microsoft.com/office/drawing/2016/SVG/main" r:embed="R5a8af3dfd57d440e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775" y="428625"/>
            <a:ext cx="95250" cy="952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1df593c1a40c4">
            <a:extLst>
              <a:ext uri="{96DAC541-7B7A-43D3-8B79-37D633B846F1}">
                <asvg:svgBlip xmlns:asvg="http://schemas.microsoft.com/office/drawing/2016/SVG/main" r:embed="R5bb0144acda74de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775" y="847725"/>
            <a:ext cx="95250" cy="952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56178f87f4ecd">
            <a:extLst>
              <a:ext uri="{96DAC541-7B7A-43D3-8B79-37D633B846F1}">
                <asvg:svgBlip xmlns:asvg="http://schemas.microsoft.com/office/drawing/2016/SVG/main" r:embed="R6dd63ca38820412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775" y="1266825"/>
            <a:ext cx="95250" cy="95250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8729f852f4c98">
            <a:extLst>
              <a:ext uri="{96DAC541-7B7A-43D3-8B79-37D633B846F1}">
                <asvg:svgBlip xmlns:asvg="http://schemas.microsoft.com/office/drawing/2016/SVG/main" r:embed="R002829996a51434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775" y="1704975"/>
            <a:ext cx="95250" cy="95250"/>
          </a:xfrm>
          <a:prstGeom xmlns:a="http://schemas.openxmlformats.org/drawingml/2006/main" prst="rect">
            <a:avLst/>
          </a:prstGeom>
        </p:spPr>
      </p:pic>
      <p:sp>
        <p:nvSpPr>
          <p:cNvPr id="28" name="G1NOTE__title_b">
            <a:extLst xmlns:a="http://schemas.openxmlformats.org/drawingml/2006/main">
              <a:ext uri="{FF2B5EF4-FFF2-40B4-BE49-F238E27FC236}">
                <a16:creationId xmlns:a16="http://schemas.microsoft.com/office/drawing/2014/main" id="{DE315170-3A7B-414A-BB86-408A5EDC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19050"/>
            <a:ext cx="481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(b) EmbodiedSceneAgent · closed cognition loop</a:t>
            </a:r>
          </a:p>
        </p:txBody>
      </p:sp>
      <p:sp>
        <p:nvSpPr>
          <p:cNvPr id="126" name="G1NOTE__explanation_box">
            <a:extLst xmlns:a="http://schemas.openxmlformats.org/drawingml/2006/main">
              <a:ext uri="{FF2B5EF4-FFF2-40B4-BE49-F238E27FC236}">
                <a16:creationId xmlns:a16="http://schemas.microsoft.com/office/drawing/2014/main" id="{DCD386DE-1675-4520-B567-3A49F48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75" y="2047875"/>
            <a:ext cx="41910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9FC5DD"/>
            </a:solidFill>
            <a:prstDash val="solid"/>
          </a:ln>
        </p:spPr>
      </p:sp>
      <p:sp>
        <p:nvSpPr>
          <p:cNvPr id="127" name="G1NOTE__explanation_text">
            <a:extLst xmlns:a="http://schemas.openxmlformats.org/drawingml/2006/main">
              <a:ext uri="{FF2B5EF4-FFF2-40B4-BE49-F238E27FC236}">
                <a16:creationId xmlns:a16="http://schemas.microsoft.com/office/drawing/2014/main" id="{1339CA83-913F-4A2E-B523-CF4049A0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425" y="20764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4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Execution feedback updates scene memory; accepted revisions return to execution.</a:t>
            </a:r>
          </a:p>
        </p:txBody>
      </p:sp>
      <p:sp>
        <p:nvSpPr>
          <p:cNvPr id="29" name="G1IN__panel">
            <a:extLst xmlns:a="http://schemas.openxmlformats.org/drawingml/2006/main">
              <a:ext uri="{FF2B5EF4-FFF2-40B4-BE49-F238E27FC236}">
                <a16:creationId xmlns:a16="http://schemas.microsoft.com/office/drawing/2014/main" id="{87A571BD-6594-426B-8952-A6F5243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419100"/>
            <a:ext cx="723900" cy="11620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11430">
            <a:solidFill>
              <a:srgbClr val="AEB4BC"/>
            </a:solidFill>
            <a:prstDash val="solid"/>
          </a:ln>
        </p:spPr>
      </p:sp>
      <p:sp>
        <p:nvSpPr>
          <p:cNvPr id="31" name="G1IN__title">
            <a:extLst xmlns:a="http://schemas.openxmlformats.org/drawingml/2006/main">
              <a:ext uri="{FF2B5EF4-FFF2-40B4-BE49-F238E27FC236}">
                <a16:creationId xmlns:a16="http://schemas.microsoft.com/office/drawing/2014/main" id="{8DC8B409-35EC-416F-B59B-3BDC13A3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1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33" name="G1IN__thumb_border">
            <a:extLst xmlns:a="http://schemas.openxmlformats.org/drawingml/2006/main">
              <a:ext uri="{FF2B5EF4-FFF2-40B4-BE49-F238E27FC236}">
                <a16:creationId xmlns:a16="http://schemas.microsoft.com/office/drawing/2014/main" id="{313C87EC-2968-45EA-8C56-0978C0F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4900" y="457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G1IN__stereo_label">
            <a:extLst xmlns:a="http://schemas.openxmlformats.org/drawingml/2006/main">
              <a:ext uri="{FF2B5EF4-FFF2-40B4-BE49-F238E27FC236}">
                <a16:creationId xmlns:a16="http://schemas.microsoft.com/office/drawing/2014/main" id="{29075D6A-6261-4E20-9EC2-44A372A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scene + task</a:t>
            </a:r>
          </a:p>
        </p:txBody>
      </p:sp>
      <p:sp>
        <p:nvSpPr>
          <p:cNvPr id="35" name="G1IN__task_box">
            <a:extLst xmlns:a="http://schemas.openxmlformats.org/drawingml/2006/main">
              <a:ext uri="{FF2B5EF4-FFF2-40B4-BE49-F238E27FC236}">
                <a16:creationId xmlns:a16="http://schemas.microsoft.com/office/drawing/2014/main" id="{744FD6C9-0065-4536-A0DF-DCFB0FBB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4900" y="981075"/>
            <a:ext cx="476250" cy="542925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G1IN__task_caption">
            <a:extLst xmlns:a="http://schemas.openxmlformats.org/drawingml/2006/main">
              <a:ext uri="{FF2B5EF4-FFF2-40B4-BE49-F238E27FC236}">
                <a16:creationId xmlns:a16="http://schemas.microsoft.com/office/drawing/2014/main" id="{38F99789-9855-47C1-9FE7-EAA1D32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100965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8" name="G1IN__task_text">
            <a:extLst xmlns:a="http://schemas.openxmlformats.org/drawingml/2006/main">
              <a:ext uri="{FF2B5EF4-FFF2-40B4-BE49-F238E27FC236}">
                <a16:creationId xmlns:a16="http://schemas.microsoft.com/office/drawing/2014/main" id="{65E4659E-D9ED-41A1-A56D-3215EEFA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6350" y="1295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04fe1b73444a2">
            <a:extLst>
              <a:ext uri="{96DAC541-7B7A-43D3-8B79-37D633B846F1}">
                <asvg:svgBlip xmlns:asvg="http://schemas.microsoft.com/office/drawing/2016/SVG/main" r:embed="R9499bd0bcff641b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7254c9cc9496b">
            <a:extLst>
              <a:ext uri="{96DAC541-7B7A-43D3-8B79-37D633B846F1}">
                <asvg:svgBlip xmlns:asvg="http://schemas.microsoft.com/office/drawing/2016/SVG/main" r:embed="R5961d7c5d2cb451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" y="55245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984a31d24cc3">
            <a:extLst>
              <a:ext uri="{96DAC541-7B7A-43D3-8B79-37D633B846F1}">
                <asvg:svgBlip xmlns:asvg="http://schemas.microsoft.com/office/drawing/2016/SVG/main" r:embed="Re812400bd5e24e0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sp>
        <p:nvSpPr>
          <p:cNvPr id="39" name="G1VLM__panel">
            <a:extLst xmlns:a="http://schemas.openxmlformats.org/drawingml/2006/main">
              <a:ext uri="{FF2B5EF4-FFF2-40B4-BE49-F238E27FC236}">
                <a16:creationId xmlns:a16="http://schemas.microsoft.com/office/drawing/2014/main" id="{24656AD6-1850-43A1-B39D-5A3C426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300" y="419100"/>
            <a:ext cx="723900" cy="11620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CF4"/>
          </a:solidFill>
          <a:ln xmlns:a="http://schemas.openxmlformats.org/drawingml/2006/main" w="11430">
            <a:solidFill>
              <a:srgbClr val="8C3A73"/>
            </a:solidFill>
            <a:prstDash val="solid"/>
          </a:ln>
        </p:spPr>
      </p:sp>
      <p:sp>
        <p:nvSpPr>
          <p:cNvPr id="41" name="G1VLM__title">
            <a:extLst xmlns:a="http://schemas.openxmlformats.org/drawingml/2006/main">
              <a:ext uri="{FF2B5EF4-FFF2-40B4-BE49-F238E27FC236}">
                <a16:creationId xmlns:a16="http://schemas.microsoft.com/office/drawing/2014/main" id="{6446EA82-8657-4A36-B912-B54AB422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73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6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Scene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96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42" name="G1VLM__echo_row">
            <a:extLst xmlns:a="http://schemas.openxmlformats.org/drawingml/2006/main">
              <a:ext uri="{FF2B5EF4-FFF2-40B4-BE49-F238E27FC236}">
                <a16:creationId xmlns:a16="http://schemas.microsoft.com/office/drawing/2014/main" id="{512A92D2-9510-43DB-B727-FB4ED32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075" y="466725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G1VLM__echo_icon_badge">
            <a:extLst xmlns:a="http://schemas.openxmlformats.org/drawingml/2006/main">
              <a:ext uri="{FF2B5EF4-FFF2-40B4-BE49-F238E27FC236}">
                <a16:creationId xmlns:a16="http://schemas.microsoft.com/office/drawing/2014/main" id="{FE5D0DE3-6065-4FC0-9E71-BC7D1432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1650" y="504825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G1VLM__echo_text">
            <a:extLst xmlns:a="http://schemas.openxmlformats.org/drawingml/2006/main">
              <a:ext uri="{FF2B5EF4-FFF2-40B4-BE49-F238E27FC236}">
                <a16:creationId xmlns:a16="http://schemas.microsoft.com/office/drawing/2014/main" id="{4D3FE23A-6BD4-4900-98AB-4B17B9A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8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6E2D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E2D59"/>
                </a:solidFill>
                <a:latin typeface="Times New Roman"/>
                <a:ea typeface="Times New Roman"/>
                <a:cs typeface="Times New Roman"/>
              </a:rPr>
              <a:t>objects · state</a:t>
            </a:r>
          </a:p>
        </p:txBody>
      </p:sp>
      <p:sp>
        <p:nvSpPr>
          <p:cNvPr id="46" name="G1VLM__point_row">
            <a:extLst xmlns:a="http://schemas.openxmlformats.org/drawingml/2006/main">
              <a:ext uri="{FF2B5EF4-FFF2-40B4-BE49-F238E27FC236}">
                <a16:creationId xmlns:a16="http://schemas.microsoft.com/office/drawing/2014/main" id="{104190D1-47C4-4B35-AFD1-5322956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075" y="723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G1VLM__point_icon_badge">
            <a:extLst xmlns:a="http://schemas.openxmlformats.org/drawingml/2006/main">
              <a:ext uri="{FF2B5EF4-FFF2-40B4-BE49-F238E27FC236}">
                <a16:creationId xmlns:a16="http://schemas.microsoft.com/office/drawing/2014/main" id="{5B581352-F55F-4831-963E-AAE0C28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1650" y="762000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G1VLM__point_text">
            <a:extLst xmlns:a="http://schemas.openxmlformats.org/drawingml/2006/main">
              <a:ext uri="{FF2B5EF4-FFF2-40B4-BE49-F238E27FC236}">
                <a16:creationId xmlns:a16="http://schemas.microsoft.com/office/drawing/2014/main" id="{0D43AA9F-0D0A-4895-9721-E84AB7C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525" y="7334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0" name="G1VLM__box_row">
            <a:extLst xmlns:a="http://schemas.openxmlformats.org/drawingml/2006/main">
              <a:ext uri="{FF2B5EF4-FFF2-40B4-BE49-F238E27FC236}">
                <a16:creationId xmlns:a16="http://schemas.microsoft.com/office/drawing/2014/main" id="{16313EE8-774E-49BD-ABF9-D37C3DA5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075" y="981075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G1VLM__box_icon_badge">
            <a:extLst xmlns:a="http://schemas.openxmlformats.org/drawingml/2006/main">
              <a:ext uri="{FF2B5EF4-FFF2-40B4-BE49-F238E27FC236}">
                <a16:creationId xmlns:a16="http://schemas.microsoft.com/office/drawing/2014/main" id="{C81B53F4-EA4A-4B60-B9E9-8E1E078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1650" y="1019175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G1VLM__box_text">
            <a:extLst xmlns:a="http://schemas.openxmlformats.org/drawingml/2006/main">
              <a:ext uri="{FF2B5EF4-FFF2-40B4-BE49-F238E27FC236}">
                <a16:creationId xmlns:a16="http://schemas.microsoft.com/office/drawing/2014/main" id="{4E9487D1-1B11-477B-9EF0-308C5DEF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525" y="9906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4" name="G1VLM__conf_row">
            <a:extLst xmlns:a="http://schemas.openxmlformats.org/drawingml/2006/main">
              <a:ext uri="{FF2B5EF4-FFF2-40B4-BE49-F238E27FC236}">
                <a16:creationId xmlns:a16="http://schemas.microsoft.com/office/drawing/2014/main" id="{9DF7B90B-372E-431B-9E2C-6A7AF773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075" y="12382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G1VLM__conf_icon_badge">
            <a:extLst xmlns:a="http://schemas.openxmlformats.org/drawingml/2006/main">
              <a:ext uri="{FF2B5EF4-FFF2-40B4-BE49-F238E27FC236}">
                <a16:creationId xmlns:a16="http://schemas.microsoft.com/office/drawing/2014/main" id="{1765A40F-19B3-47CD-A2E5-E96D144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1650" y="1276350"/>
            <a:ext cx="133350" cy="1333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G1VLM__conf_text">
            <a:extLst xmlns:a="http://schemas.openxmlformats.org/drawingml/2006/main">
              <a:ext uri="{FF2B5EF4-FFF2-40B4-BE49-F238E27FC236}">
                <a16:creationId xmlns:a16="http://schemas.microsoft.com/office/drawing/2014/main" id="{C783CEB4-DE94-4D21-BE21-87A16F1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525" y="124777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dc6847b5f40ef">
            <a:extLst>
              <a:ext uri="{96DAC541-7B7A-43D3-8B79-37D633B846F1}">
                <asvg:svgBlip xmlns:asvg="http://schemas.microsoft.com/office/drawing/2016/SVG/main" r:embed="R990679cd8541471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14525" y="55245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9f7adf97848b7">
            <a:extLst>
              <a:ext uri="{96DAC541-7B7A-43D3-8B79-37D633B846F1}">
                <asvg:svgBlip xmlns:asvg="http://schemas.microsoft.com/office/drawing/2016/SVG/main" r:embed="Rbf56988c9b904e9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ced01e1e44b2a">
            <a:extLst>
              <a:ext uri="{96DAC541-7B7A-43D3-8B79-37D633B846F1}">
                <asvg:svgBlip xmlns:asvg="http://schemas.microsoft.com/office/drawing/2016/SVG/main" r:embed="R24669c8ad5c74d4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ee78a1b794a16">
            <a:extLst>
              <a:ext uri="{96DAC541-7B7A-43D3-8B79-37D633B846F1}">
                <asvg:svgBlip xmlns:asvg="http://schemas.microsoft.com/office/drawing/2016/SVG/main" r:embed="R9d035c4a0dc64e0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7b660ee2046ec">
            <a:extLst>
              <a:ext uri="{96DAC541-7B7A-43D3-8B79-37D633B846F1}">
                <asvg:svgBlip xmlns:asvg="http://schemas.microsoft.com/office/drawing/2016/SVG/main" r:embed="R46b8dd6ddbbd48c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sp>
        <p:nvSpPr>
          <p:cNvPr id="58" name="G1PROD__title">
            <a:extLst xmlns:a="http://schemas.openxmlformats.org/drawingml/2006/main">
              <a:ext uri="{FF2B5EF4-FFF2-40B4-BE49-F238E27FC236}">
                <a16:creationId xmlns:a16="http://schemas.microsoft.com/office/drawing/2014/main" id="{E3CC763E-88DD-406B-A9C8-C0F3CF5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6975" y="2571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9" name="G1PROD__subtitle">
            <a:extLst xmlns:a="http://schemas.openxmlformats.org/drawingml/2006/main">
              <a:ext uri="{FF2B5EF4-FFF2-40B4-BE49-F238E27FC236}">
                <a16:creationId xmlns:a16="http://schemas.microsoft.com/office/drawing/2014/main" id="{5E8DF9D3-A2D8-45D4-A0AB-E321421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69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rPr>
              <a:t>subgoal · skill</a:t>
            </a:r>
          </a:p>
        </p:txBody>
      </p:sp>
      <p:sp>
        <p:nvSpPr>
          <p:cNvPr id="60" name="G1PROD__vbox_box">
            <a:extLst xmlns:a="http://schemas.openxmlformats.org/drawingml/2006/main">
              <a:ext uri="{FF2B5EF4-FFF2-40B4-BE49-F238E27FC236}">
                <a16:creationId xmlns:a16="http://schemas.microsoft.com/office/drawing/2014/main" id="{997E1746-A2F1-4D24-8D30-7F0C902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419100"/>
            <a:ext cx="723900" cy="11620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61" name="G1PROD__vbox_icon_badge">
            <a:extLst xmlns:a="http://schemas.openxmlformats.org/drawingml/2006/main">
              <a:ext uri="{FF2B5EF4-FFF2-40B4-BE49-F238E27FC236}">
                <a16:creationId xmlns:a16="http://schemas.microsoft.com/office/drawing/2014/main" id="{7FECF956-EF74-47BE-A8F4-11E66075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4600" y="609600"/>
            <a:ext cx="142875" cy="14287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1PROD__vbox_text">
            <a:extLst xmlns:a="http://schemas.openxmlformats.org/drawingml/2006/main">
              <a:ext uri="{FF2B5EF4-FFF2-40B4-BE49-F238E27FC236}">
                <a16:creationId xmlns:a16="http://schemas.microsoft.com/office/drawing/2014/main" id="{2CAF9A0B-E85F-4D95-A168-AC4FE6B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74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Planner</a:t>
            </a:r>
          </a:p>
        </p:txBody>
      </p:sp>
      <p:sp>
        <p:nvSpPr>
          <p:cNvPr id="64" name="G1PROD__geometry_box">
            <a:extLst xmlns:a="http://schemas.openxmlformats.org/drawingml/2006/main">
              <a:ext uri="{FF2B5EF4-FFF2-40B4-BE49-F238E27FC236}">
                <a16:creationId xmlns:a16="http://schemas.microsoft.com/office/drawing/2014/main" id="{49C36863-4AB7-44E7-9459-D5D7E60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6975" y="1000125"/>
            <a:ext cx="781050" cy="295275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G1PROD__geometry_icon_badge">
            <a:extLst xmlns:a="http://schemas.openxmlformats.org/drawingml/2006/main">
              <a:ext uri="{FF2B5EF4-FFF2-40B4-BE49-F238E27FC236}">
                <a16:creationId xmlns:a16="http://schemas.microsoft.com/office/drawing/2014/main" id="{09E9129B-779E-42C3-841E-DEA0E83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4600" y="1076325"/>
            <a:ext cx="142875" cy="14287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G1PROD__geometry_text">
            <a:extLst xmlns:a="http://schemas.openxmlformats.org/drawingml/2006/main">
              <a:ext uri="{FF2B5EF4-FFF2-40B4-BE49-F238E27FC236}">
                <a16:creationId xmlns:a16="http://schemas.microsoft.com/office/drawing/2014/main" id="{38CD76B4-5579-4FFB-8E53-4006141D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6525" y="1019175"/>
            <a:ext cx="54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95f6415a64165">
            <a:extLst>
              <a:ext uri="{96DAC541-7B7A-43D3-8B79-37D633B846F1}">
                <asvg:svgBlip xmlns:asvg="http://schemas.microsoft.com/office/drawing/2016/SVG/main" r:embed="Rb4def9b97de348c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14625" y="55245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4c89a842e47d0">
            <a:extLst>
              <a:ext uri="{96DAC541-7B7A-43D3-8B79-37D633B846F1}">
                <asvg:svgBlip xmlns:asvg="http://schemas.microsoft.com/office/drawing/2016/SVG/main" r:embed="R19384b99048043c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sp>
        <p:nvSpPr>
          <p:cNvPr id="68" name="G1PROP__box">
            <a:extLst xmlns:a="http://schemas.openxmlformats.org/drawingml/2006/main">
              <a:ext uri="{FF2B5EF4-FFF2-40B4-BE49-F238E27FC236}">
                <a16:creationId xmlns:a16="http://schemas.microsoft.com/office/drawing/2014/main" id="{45E7E433-774A-419C-B3D7-EF1D444F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38500" y="419100"/>
            <a:ext cx="723900" cy="1162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0072B2"/>
            </a:solidFill>
            <a:prstDash val="solid"/>
          </a:ln>
        </p:spPr>
      </p:sp>
      <p:sp>
        <p:nvSpPr>
          <p:cNvPr id="69" name="G1PROP__symbol">
            <a:extLst xmlns:a="http://schemas.openxmlformats.org/drawingml/2006/main">
              <a:ext uri="{FF2B5EF4-FFF2-40B4-BE49-F238E27FC236}">
                <a16:creationId xmlns:a16="http://schemas.microsoft.com/office/drawing/2014/main" id="{419ADFDD-7BF8-4C61-BE49-BE3F7F06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70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70" name="G1PROP__proposal_support_badge">
            <a:extLst xmlns:a="http://schemas.openxmlformats.org/drawingml/2006/main">
              <a:ext uri="{FF2B5EF4-FFF2-40B4-BE49-F238E27FC236}">
                <a16:creationId xmlns:a16="http://schemas.microsoft.com/office/drawing/2014/main" id="{E8EFAD14-5394-4A14-9DDB-2A9D584F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2338" y="819150"/>
            <a:ext cx="152400" cy="15240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G1PROP__typed">
            <a:extLst xmlns:a="http://schemas.openxmlformats.org/drawingml/2006/main">
              <a:ext uri="{FF2B5EF4-FFF2-40B4-BE49-F238E27FC236}">
                <a16:creationId xmlns:a16="http://schemas.microsoft.com/office/drawing/2014/main" id="{FDB9FBBB-7FF1-4A98-894F-F346C099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75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3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Executor</a:t>
            </a:r>
          </a:p>
        </p:txBody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b7ec99e124cbc">
            <a:extLst>
              <a:ext uri="{96DAC541-7B7A-43D3-8B79-37D633B846F1}">
                <asvg:svgBlip xmlns:asvg="http://schemas.microsoft.com/office/drawing/2016/SVG/main" r:embed="R1a5074898e9740e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14725" y="552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3" name="G1CONS__box">
            <a:extLst xmlns:a="http://schemas.openxmlformats.org/drawingml/2006/main">
              <a:ext uri="{FF2B5EF4-FFF2-40B4-BE49-F238E27FC236}">
                <a16:creationId xmlns:a16="http://schemas.microsoft.com/office/drawing/2014/main" id="{15C9931B-BA74-418E-82FE-F65623D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600" y="419100"/>
            <a:ext cx="723900" cy="1162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11430">
            <a:solidFill>
              <a:srgbClr val="006B4F"/>
            </a:solidFill>
            <a:prstDash val="solid"/>
          </a:ln>
        </p:spPr>
      </p:sp>
      <p:sp>
        <p:nvSpPr>
          <p:cNvPr id="75" name="G1CONS__title">
            <a:extLst xmlns:a="http://schemas.openxmlformats.org/drawingml/2006/main">
              <a:ext uri="{FF2B5EF4-FFF2-40B4-BE49-F238E27FC236}">
                <a16:creationId xmlns:a16="http://schemas.microsoft.com/office/drawing/2014/main" id="{60EA64F8-E961-41FB-AC2E-F2F71BBB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6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6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Verifier</a:t>
            </a:r>
          </a:p>
        </p:txBody>
      </p:sp>
      <p:sp>
        <p:nvSpPr>
          <p:cNvPr id="76" name="G1CONS__row_0">
            <a:extLst xmlns:a="http://schemas.openxmlformats.org/drawingml/2006/main">
              <a:ext uri="{FF2B5EF4-FFF2-40B4-BE49-F238E27FC236}">
                <a16:creationId xmlns:a16="http://schemas.microsoft.com/office/drawing/2014/main" id="{BF23D08B-E5E5-4938-89F1-B48A9F4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6675" y="4762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G1CONS__row_0_icon_badge">
            <a:extLst xmlns:a="http://schemas.openxmlformats.org/drawingml/2006/main">
              <a:ext uri="{FF2B5EF4-FFF2-40B4-BE49-F238E27FC236}">
                <a16:creationId xmlns:a16="http://schemas.microsoft.com/office/drawing/2014/main" id="{BC7C9EE6-EF60-467D-88E2-97FDCDC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504825"/>
            <a:ext cx="123825" cy="12382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G1CONS__text_0">
            <a:extLst xmlns:a="http://schemas.openxmlformats.org/drawingml/2006/main">
              <a:ext uri="{FF2B5EF4-FFF2-40B4-BE49-F238E27FC236}">
                <a16:creationId xmlns:a16="http://schemas.microsoft.com/office/drawing/2014/main" id="{83FFF163-6604-4BE0-9CE2-B78CC34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671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0056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00563F"/>
                </a:solidFill>
                <a:latin typeface="Times New Roman"/>
                <a:ea typeface="Times New Roman"/>
                <a:cs typeface="Times New Roman"/>
              </a:rPr>
              <a:t>effect + goal</a:t>
            </a:r>
          </a:p>
        </p:txBody>
      </p:sp>
      <p:sp>
        <p:nvSpPr>
          <p:cNvPr id="80" name="G1CONS__row_1">
            <a:extLst xmlns:a="http://schemas.openxmlformats.org/drawingml/2006/main">
              <a:ext uri="{FF2B5EF4-FFF2-40B4-BE49-F238E27FC236}">
                <a16:creationId xmlns:a16="http://schemas.microsoft.com/office/drawing/2014/main" id="{D9F62A30-A3F3-4D5C-A845-0A02755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6675" y="68580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G1CONS__row_1_icon_badge">
            <a:extLst xmlns:a="http://schemas.openxmlformats.org/drawingml/2006/main">
              <a:ext uri="{FF2B5EF4-FFF2-40B4-BE49-F238E27FC236}">
                <a16:creationId xmlns:a16="http://schemas.microsoft.com/office/drawing/2014/main" id="{7F21B64D-EA54-4AC5-B482-716540B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714375"/>
            <a:ext cx="123825" cy="12382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G1CONS__text_1">
            <a:extLst xmlns:a="http://schemas.openxmlformats.org/drawingml/2006/main">
              <a:ext uri="{FF2B5EF4-FFF2-40B4-BE49-F238E27FC236}">
                <a16:creationId xmlns:a16="http://schemas.microsoft.com/office/drawing/2014/main" id="{05C376CC-07DA-4F8D-86E3-149F1710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600" y="685800"/>
            <a:ext cx="485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4" name="G1CONS__row_2">
            <a:extLst xmlns:a="http://schemas.openxmlformats.org/drawingml/2006/main">
              <a:ext uri="{FF2B5EF4-FFF2-40B4-BE49-F238E27FC236}">
                <a16:creationId xmlns:a16="http://schemas.microsoft.com/office/drawing/2014/main" id="{7DF2376B-EB54-4467-A11C-24B97BBC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6675" y="8953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G1CONS__row_2_icon_badge">
            <a:extLst xmlns:a="http://schemas.openxmlformats.org/drawingml/2006/main">
              <a:ext uri="{FF2B5EF4-FFF2-40B4-BE49-F238E27FC236}">
                <a16:creationId xmlns:a16="http://schemas.microsoft.com/office/drawing/2014/main" id="{6684A3B6-3692-4B6A-AC8E-B362F23A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923925"/>
            <a:ext cx="123825" cy="12382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G1CONS__text_2">
            <a:extLst xmlns:a="http://schemas.openxmlformats.org/drawingml/2006/main">
              <a:ext uri="{FF2B5EF4-FFF2-40B4-BE49-F238E27FC236}">
                <a16:creationId xmlns:a16="http://schemas.microsoft.com/office/drawing/2014/main" id="{783BFCB6-0DFD-42DA-9310-689DA1DA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600" y="895350"/>
            <a:ext cx="485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8" name="G1CONS__row_3">
            <a:extLst xmlns:a="http://schemas.openxmlformats.org/drawingml/2006/main">
              <a:ext uri="{FF2B5EF4-FFF2-40B4-BE49-F238E27FC236}">
                <a16:creationId xmlns:a16="http://schemas.microsoft.com/office/drawing/2014/main" id="{823E6E26-C963-421C-9763-0ACEC88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6675" y="110490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G1CONS__row_3_icon_badge">
            <a:extLst xmlns:a="http://schemas.openxmlformats.org/drawingml/2006/main">
              <a:ext uri="{FF2B5EF4-FFF2-40B4-BE49-F238E27FC236}">
                <a16:creationId xmlns:a16="http://schemas.microsoft.com/office/drawing/2014/main" id="{1356D971-8415-4F3D-B440-EB5E4CCE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1133475"/>
            <a:ext cx="123825" cy="12382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G1CONS__text_3">
            <a:extLst xmlns:a="http://schemas.openxmlformats.org/drawingml/2006/main">
              <a:ext uri="{FF2B5EF4-FFF2-40B4-BE49-F238E27FC236}">
                <a16:creationId xmlns:a16="http://schemas.microsoft.com/office/drawing/2014/main" id="{5A6C071E-CA73-4EF9-8895-EEBE066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600" y="1104900"/>
            <a:ext cx="485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2" name="G1CONS__row_4">
            <a:extLst xmlns:a="http://schemas.openxmlformats.org/drawingml/2006/main">
              <a:ext uri="{FF2B5EF4-FFF2-40B4-BE49-F238E27FC236}">
                <a16:creationId xmlns:a16="http://schemas.microsoft.com/office/drawing/2014/main" id="{0747893A-C99D-4DFE-9DA4-E722F853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6675" y="13144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G1CONS__row_4_icon_badge">
            <a:extLst xmlns:a="http://schemas.openxmlformats.org/drawingml/2006/main">
              <a:ext uri="{FF2B5EF4-FFF2-40B4-BE49-F238E27FC236}">
                <a16:creationId xmlns:a16="http://schemas.microsoft.com/office/drawing/2014/main" id="{61D32BE6-B7EE-4F71-BDE2-852CD21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5250" y="1343025"/>
            <a:ext cx="123825" cy="123825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G1CONS__text_4">
            <a:extLst xmlns:a="http://schemas.openxmlformats.org/drawingml/2006/main">
              <a:ext uri="{FF2B5EF4-FFF2-40B4-BE49-F238E27FC236}">
                <a16:creationId xmlns:a16="http://schemas.microsoft.com/office/drawing/2014/main" id="{BD5DFC85-07DC-4A33-98BE-D2C3371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8600" y="1314450"/>
            <a:ext cx="485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0e9a9024048c6">
            <a:extLst>
              <a:ext uri="{96DAC541-7B7A-43D3-8B79-37D633B846F1}">
                <asvg:svgBlip xmlns:asvg="http://schemas.microsoft.com/office/drawing/2016/SVG/main" r:embed="Rcb3581bfb94d4c4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14825" y="552450"/>
            <a:ext cx="171450" cy="171450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931208a624f4e">
            <a:extLst>
              <a:ext uri="{96DAC541-7B7A-43D3-8B79-37D633B846F1}">
                <asvg:svgBlip xmlns:asvg="http://schemas.microsoft.com/office/drawing/2016/SVG/main" r:embed="Rcc016c15e2eb481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4c11510bb401d">
            <a:extLst>
              <a:ext uri="{96DAC541-7B7A-43D3-8B79-37D633B846F1}">
                <asvg:svgBlip xmlns:asvg="http://schemas.microsoft.com/office/drawing/2016/SVG/main" r:embed="Rbde18fc1909a42d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e2a28c7494c96">
            <a:extLst>
              <a:ext uri="{96DAC541-7B7A-43D3-8B79-37D633B846F1}">
                <asvg:svgBlip xmlns:asvg="http://schemas.microsoft.com/office/drawing/2016/SVG/main" r:embed="R18cbadd89c954551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133aa98b3453f">
            <a:extLst>
              <a:ext uri="{96DAC541-7B7A-43D3-8B79-37D633B846F1}">
                <asvg:svgBlip xmlns:asvg="http://schemas.microsoft.com/office/drawing/2016/SVG/main" r:embed="R02414a9767824bd0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24fe97f794bca">
            <a:extLst>
              <a:ext uri="{96DAC541-7B7A-43D3-8B79-37D633B846F1}">
                <asvg:svgBlip xmlns:asvg="http://schemas.microsoft.com/office/drawing/2016/SVG/main" r:embed="R8de1998651724c2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" y="19050"/>
            <a:ext cx="953" cy="953"/>
          </a:xfrm>
          <a:prstGeom xmlns:a="http://schemas.openxmlformats.org/drawingml/2006/main" prst="rect">
            <a:avLst/>
          </a:prstGeom>
        </p:spPr>
      </p:pic>
      <p:sp>
        <p:nvSpPr>
          <p:cNvPr id="96" name="G1ANCH__box">
            <a:extLst xmlns:a="http://schemas.openxmlformats.org/drawingml/2006/main">
              <a:ext uri="{FF2B5EF4-FFF2-40B4-BE49-F238E27FC236}">
                <a16:creationId xmlns:a16="http://schemas.microsoft.com/office/drawing/2014/main" id="{7D817357-2D7D-45F9-968B-CA7E8F3F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8700" y="419100"/>
            <a:ext cx="723900" cy="1162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1430">
            <a:solidFill>
              <a:srgbClr val="A63D00"/>
            </a:solidFill>
            <a:prstDash val="solid"/>
          </a:ln>
        </p:spPr>
      </p:sp>
      <p:sp>
        <p:nvSpPr>
          <p:cNvPr id="98" name="G1ANCH__title">
            <a:extLst xmlns:a="http://schemas.openxmlformats.org/drawingml/2006/main">
              <a:ext uri="{FF2B5EF4-FFF2-40B4-BE49-F238E27FC236}">
                <a16:creationId xmlns:a16="http://schemas.microsoft.com/office/drawing/2014/main" id="{8232B3AF-8C15-4674-A8CC-D9FBE24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781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15" b="1" i="0">
                <a:solidFill>
                  <a:srgbClr val="8E3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 i="0">
                <a:solidFill>
                  <a:srgbClr val="8E3500"/>
                </a:solidFill>
                <a:latin typeface="Times New Roman"/>
                <a:ea typeface="Times New Roman"/>
                <a:cs typeface="Times New Roman"/>
              </a:rPr>
              <a:t>Replanner</a:t>
            </a:r>
          </a:p>
        </p:txBody>
      </p:sp>
      <p:sp>
        <p:nvSpPr>
          <p:cNvPr id="99" name="G1ANCH__field_bg_0">
            <a:extLst xmlns:a="http://schemas.openxmlformats.org/drawingml/2006/main">
              <a:ext uri="{FF2B5EF4-FFF2-40B4-BE49-F238E27FC236}">
                <a16:creationId xmlns:a16="http://schemas.microsoft.com/office/drawing/2014/main" id="{EA078518-3D1A-4DE8-BC6A-DADE438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466725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G1ANCH__field_0">
            <a:extLst xmlns:a="http://schemas.openxmlformats.org/drawingml/2006/main">
              <a:ext uri="{FF2B5EF4-FFF2-40B4-BE49-F238E27FC236}">
                <a16:creationId xmlns:a16="http://schemas.microsoft.com/office/drawing/2014/main" id="{7FBEFAAC-C69B-48F0-9359-D1DEEAF4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7275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38" b="0" i="0">
                <a:solidFill>
                  <a:srgbClr val="8E3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8E3500"/>
                </a:solidFill>
                <a:latin typeface="Times New Roman"/>
                <a:ea typeface="Times New Roman"/>
                <a:cs typeface="Times New Roman"/>
              </a:rPr>
              <a:t>revise / stop</a:t>
            </a:r>
          </a:p>
        </p:txBody>
      </p:sp>
      <p:sp>
        <p:nvSpPr>
          <p:cNvPr id="101" name="G1ANCH__field_bg_1">
            <a:extLst xmlns:a="http://schemas.openxmlformats.org/drawingml/2006/main">
              <a:ext uri="{FF2B5EF4-FFF2-40B4-BE49-F238E27FC236}">
                <a16:creationId xmlns:a16="http://schemas.microsoft.com/office/drawing/2014/main" id="{8FC91E33-C131-469F-8859-D4A76E4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620078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G1ANCH__field_1">
            <a:extLst xmlns:a="http://schemas.openxmlformats.org/drawingml/2006/main">
              <a:ext uri="{FF2B5EF4-FFF2-40B4-BE49-F238E27FC236}">
                <a16:creationId xmlns:a16="http://schemas.microsoft.com/office/drawing/2014/main" id="{4782D7CA-BC83-4A93-BDEF-763D06E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620078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3" name="G1ANCH__field_bg_2">
            <a:extLst xmlns:a="http://schemas.openxmlformats.org/drawingml/2006/main">
              <a:ext uri="{FF2B5EF4-FFF2-40B4-BE49-F238E27FC236}">
                <a16:creationId xmlns:a16="http://schemas.microsoft.com/office/drawing/2014/main" id="{865B7A7C-5EE5-4C77-9B39-EA1C4616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773430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G1ANCH__field_2">
            <a:extLst xmlns:a="http://schemas.openxmlformats.org/drawingml/2006/main">
              <a:ext uri="{FF2B5EF4-FFF2-40B4-BE49-F238E27FC236}">
                <a16:creationId xmlns:a16="http://schemas.microsoft.com/office/drawing/2014/main" id="{54E68987-95C1-4A5F-AFC2-0CE7913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773430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5" name="G1ANCH__field_bg_3">
            <a:extLst xmlns:a="http://schemas.openxmlformats.org/drawingml/2006/main">
              <a:ext uri="{FF2B5EF4-FFF2-40B4-BE49-F238E27FC236}">
                <a16:creationId xmlns:a16="http://schemas.microsoft.com/office/drawing/2014/main" id="{743F43DB-DFDC-47CE-8175-119702C8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926783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G1ANCH__field_3">
            <a:extLst xmlns:a="http://schemas.openxmlformats.org/drawingml/2006/main">
              <a:ext uri="{FF2B5EF4-FFF2-40B4-BE49-F238E27FC236}">
                <a16:creationId xmlns:a16="http://schemas.microsoft.com/office/drawing/2014/main" id="{38EBD4CB-A87D-4141-8E77-8D677C5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926783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7" name="G1ANCH__field_bg_4">
            <a:extLst xmlns:a="http://schemas.openxmlformats.org/drawingml/2006/main">
              <a:ext uri="{FF2B5EF4-FFF2-40B4-BE49-F238E27FC236}">
                <a16:creationId xmlns:a16="http://schemas.microsoft.com/office/drawing/2014/main" id="{7FA86A61-EB67-45BC-9694-FEEAB0F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1080135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G1ANCH__field_4">
            <a:extLst xmlns:a="http://schemas.openxmlformats.org/drawingml/2006/main">
              <a:ext uri="{FF2B5EF4-FFF2-40B4-BE49-F238E27FC236}">
                <a16:creationId xmlns:a16="http://schemas.microsoft.com/office/drawing/2014/main" id="{19AB4338-3604-45B1-9089-BF111A3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1080135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9" name="G1ANCH__field_bg_5">
            <a:extLst xmlns:a="http://schemas.openxmlformats.org/drawingml/2006/main">
              <a:ext uri="{FF2B5EF4-FFF2-40B4-BE49-F238E27FC236}">
                <a16:creationId xmlns:a16="http://schemas.microsoft.com/office/drawing/2014/main" id="{A776BCEC-F142-4437-ABD4-3F296F91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1233488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G1ANCH__field_5">
            <a:extLst xmlns:a="http://schemas.openxmlformats.org/drawingml/2006/main">
              <a:ext uri="{FF2B5EF4-FFF2-40B4-BE49-F238E27FC236}">
                <a16:creationId xmlns:a16="http://schemas.microsoft.com/office/drawing/2014/main" id="{8EFB679B-3907-4264-BED3-076D6E8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1233488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1" name="G1ANCH__field_bg_6">
            <a:extLst xmlns:a="http://schemas.openxmlformats.org/drawingml/2006/main">
              <a:ext uri="{FF2B5EF4-FFF2-40B4-BE49-F238E27FC236}">
                <a16:creationId xmlns:a16="http://schemas.microsoft.com/office/drawing/2014/main" id="{CD3CBDA8-B9DE-4768-94C6-59A6008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1386840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G1ANCH__field_6">
            <a:extLst xmlns:a="http://schemas.openxmlformats.org/drawingml/2006/main">
              <a:ext uri="{FF2B5EF4-FFF2-40B4-BE49-F238E27FC236}">
                <a16:creationId xmlns:a16="http://schemas.microsoft.com/office/drawing/2014/main" id="{E11D2CC8-1896-4C35-86CE-3441E495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1386840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3" name="G1ANCH__field_bg_7">
            <a:extLst xmlns:a="http://schemas.openxmlformats.org/drawingml/2006/main">
              <a:ext uri="{FF2B5EF4-FFF2-40B4-BE49-F238E27FC236}">
                <a16:creationId xmlns:a16="http://schemas.microsoft.com/office/drawing/2014/main" id="{29A1F005-58D6-47F2-B2EC-DA7012F3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5825" y="1540193"/>
            <a:ext cx="504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G1ANCH__field_7">
            <a:extLst xmlns:a="http://schemas.openxmlformats.org/drawingml/2006/main">
              <a:ext uri="{FF2B5EF4-FFF2-40B4-BE49-F238E27FC236}">
                <a16:creationId xmlns:a16="http://schemas.microsoft.com/office/drawing/2014/main" id="{07806788-A6F3-445D-9CE8-E70DC07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1540193"/>
            <a:ext cx="4857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4ec8f04c94684">
            <a:extLst>
              <a:ext uri="{96DAC541-7B7A-43D3-8B79-37D633B846F1}">
                <asvg:svgBlip xmlns:asvg="http://schemas.microsoft.com/office/drawing/2016/SVG/main" r:embed="R7d47ce9e128e4df6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14925" y="552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1" name="G1DIAG__box">
            <a:extLst xmlns:a="http://schemas.openxmlformats.org/drawingml/2006/main">
              <a:ext uri="{FF2B5EF4-FFF2-40B4-BE49-F238E27FC236}">
                <a16:creationId xmlns:a16="http://schemas.microsoft.com/office/drawing/2014/main" id="{CFBCCBEC-C79D-4A7E-9BDB-EF0DE4A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1685925"/>
            <a:ext cx="3124200" cy="276225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BF5DE"/>
          </a:solidFill>
          <a:ln xmlns:a="http://schemas.openxmlformats.org/drawingml/2006/main" w="9525">
            <a:solidFill>
              <a:srgbClr val="806600"/>
            </a:solidFill>
            <a:prstDash val="solid"/>
          </a:ln>
        </p:spPr>
      </p:sp>
      <p:sp>
        <p:nvSpPr>
          <p:cNvPr id="122" name="G1DIAG__label">
            <a:extLst xmlns:a="http://schemas.openxmlformats.org/drawingml/2006/main">
              <a:ext uri="{FF2B5EF4-FFF2-40B4-BE49-F238E27FC236}">
                <a16:creationId xmlns:a16="http://schemas.microsoft.com/office/drawing/2014/main" id="{AC64946E-93FC-4384-BA3E-4C289A1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5550" y="17049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13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123" name="G1DIAG__intervention">
            <a:extLst xmlns:a="http://schemas.openxmlformats.org/drawingml/2006/main">
              <a:ext uri="{FF2B5EF4-FFF2-40B4-BE49-F238E27FC236}">
                <a16:creationId xmlns:a16="http://schemas.microsoft.com/office/drawing/2014/main" id="{9E25BEE1-223C-4C92-A392-DEAE5CF2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4200" y="1704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35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5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rPr>
              <a:t>semantic filter · accepted revision · no-effect guard</a:t>
            </a:r>
          </a:p>
        </p:txBody>
      </p:sp>
      <p:sp>
        <p:nvSpPr>
          <p:cNvPr id="128" name="G1CHART__title">
            <a:extLst xmlns:a="http://schemas.openxmlformats.org/drawingml/2006/main">
              <a:ext uri="{FF2B5EF4-FFF2-40B4-BE49-F238E27FC236}">
                <a16:creationId xmlns:a16="http://schemas.microsoft.com/office/drawing/2014/main" id="{3435486B-F5B4-4C35-933A-E747B8C8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7375" y="19050"/>
            <a:ext cx="695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(c) Runtime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guards</a:t>
            </a:r>
          </a:p>
        </p:txBody>
      </p:sp>
      <p:sp>
        <p:nvSpPr>
          <p:cNvPr id="129" name="G1CHART__metric">
            <a:extLst xmlns:a="http://schemas.openxmlformats.org/drawingml/2006/main">
              <a:ext uri="{FF2B5EF4-FFF2-40B4-BE49-F238E27FC236}">
                <a16:creationId xmlns:a16="http://schemas.microsoft.com/office/drawing/2014/main" id="{1D9EF8A3-2624-4D80-91A3-1BFBCB3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000" y="333375"/>
            <a:ext cx="1028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0" name="G1CHART__grid_0">
            <a:extLst xmlns:a="http://schemas.openxmlformats.org/drawingml/2006/main">
              <a:ext uri="{FF2B5EF4-FFF2-40B4-BE49-F238E27FC236}">
                <a16:creationId xmlns:a16="http://schemas.microsoft.com/office/drawing/2014/main" id="{BDAA7F04-96D9-46CE-8D7B-2B46CBE4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7400" y="5143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G1CHART__tick_0">
            <a:extLst xmlns:a="http://schemas.openxmlformats.org/drawingml/2006/main">
              <a:ext uri="{FF2B5EF4-FFF2-40B4-BE49-F238E27FC236}">
                <a16:creationId xmlns:a16="http://schemas.microsoft.com/office/drawing/2014/main" id="{AF13F62C-2B5C-467D-8F2D-37B3F407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170497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2" name="G1CHART__grid_50">
            <a:extLst xmlns:a="http://schemas.openxmlformats.org/drawingml/2006/main">
              <a:ext uri="{FF2B5EF4-FFF2-40B4-BE49-F238E27FC236}">
                <a16:creationId xmlns:a16="http://schemas.microsoft.com/office/drawing/2014/main" id="{3CDFB744-2CE4-4BE4-82C6-AA23C55F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1238" y="5143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G1CHART__tick_50">
            <a:extLst xmlns:a="http://schemas.openxmlformats.org/drawingml/2006/main">
              <a:ext uri="{FF2B5EF4-FFF2-40B4-BE49-F238E27FC236}">
                <a16:creationId xmlns:a16="http://schemas.microsoft.com/office/drawing/2014/main" id="{E50D3F48-F622-40C8-B857-0EB6D25B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5988" y="170497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4" name="G1CHART__grid_100">
            <a:extLst xmlns:a="http://schemas.openxmlformats.org/drawingml/2006/main">
              <a:ext uri="{FF2B5EF4-FFF2-40B4-BE49-F238E27FC236}">
                <a16:creationId xmlns:a16="http://schemas.microsoft.com/office/drawing/2014/main" id="{32D99175-62F8-4059-8B90-E4E8ECE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5075" y="5143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G1CHART__tick_100">
            <a:extLst xmlns:a="http://schemas.openxmlformats.org/drawingml/2006/main">
              <a:ext uri="{FF2B5EF4-FFF2-40B4-BE49-F238E27FC236}">
                <a16:creationId xmlns:a16="http://schemas.microsoft.com/office/drawing/2014/main" id="{6A3F33A9-A167-4D38-9895-B3CB6A7F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9825" y="1704975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5F6873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6" name="G1CHART__direct_label">
            <a:extLst xmlns:a="http://schemas.openxmlformats.org/drawingml/2006/main">
              <a:ext uri="{FF2B5EF4-FFF2-40B4-BE49-F238E27FC236}">
                <a16:creationId xmlns:a16="http://schemas.microsoft.com/office/drawing/2014/main" id="{C05D73FB-9FA3-4032-B25B-A75915B0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0" y="457200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scene mismatch</a:t>
            </a:r>
          </a:p>
        </p:txBody>
      </p:sp>
      <p:sp>
        <p:nvSpPr>
          <p:cNvPr id="137" name="G1CHART__direct">
            <a:extLst xmlns:a="http://schemas.openxmlformats.org/drawingml/2006/main">
              <a:ext uri="{FF2B5EF4-FFF2-40B4-BE49-F238E27FC236}">
                <a16:creationId xmlns:a16="http://schemas.microsoft.com/office/drawing/2014/main" id="{A89F56C4-F563-416B-B6B6-AB42492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5475" y="6000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EA"/>
          </a:solidFill>
          <a:ln xmlns:a="http://schemas.openxmlformats.org/drawingml/2006/main" w="10478">
            <a:solidFill>
              <a:srgbClr val="A63D00"/>
            </a:solidFill>
            <a:prstDash val="solid"/>
          </a:ln>
        </p:spPr>
      </p:sp>
      <p:sp>
        <p:nvSpPr>
          <p:cNvPr id="138" name="G1CHART__direct_value">
            <a:extLst xmlns:a="http://schemas.openxmlformats.org/drawingml/2006/main">
              <a:ext uri="{FF2B5EF4-FFF2-40B4-BE49-F238E27FC236}">
                <a16:creationId xmlns:a16="http://schemas.microsoft.com/office/drawing/2014/main" id="{E85E6694-38C4-44BE-9835-08A5B3C1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609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1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 i="0">
                <a:solidFill>
                  <a:srgbClr val="A63D0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139" name="G1CHART__vbox_label">
            <a:extLst xmlns:a="http://schemas.openxmlformats.org/drawingml/2006/main">
              <a:ext uri="{FF2B5EF4-FFF2-40B4-BE49-F238E27FC236}">
                <a16:creationId xmlns:a16="http://schemas.microsoft.com/office/drawing/2014/main" id="{B656045E-7EB9-4639-BE86-FEA8B89A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0" y="98107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no effect</a:t>
            </a:r>
          </a:p>
        </p:txBody>
      </p:sp>
      <p:sp>
        <p:nvSpPr>
          <p:cNvPr id="140" name="G1CHART__vbox">
            <a:extLst xmlns:a="http://schemas.openxmlformats.org/drawingml/2006/main">
              <a:ext uri="{FF2B5EF4-FFF2-40B4-BE49-F238E27FC236}">
                <a16:creationId xmlns:a16="http://schemas.microsoft.com/office/drawing/2014/main" id="{3EB91C4F-EBA2-4112-B4D7-A39641B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5475" y="11239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</p:sp>
      <p:sp>
        <p:nvSpPr>
          <p:cNvPr id="141" name="G1CHART__vbox_value">
            <a:extLst xmlns:a="http://schemas.openxmlformats.org/drawingml/2006/main">
              <a:ext uri="{FF2B5EF4-FFF2-40B4-BE49-F238E27FC236}">
                <a16:creationId xmlns:a16="http://schemas.microsoft.com/office/drawing/2014/main" id="{BB9F748D-44EC-40B3-94F7-5C9CBBD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1334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1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REPLAN</a:t>
            </a:r>
          </a:p>
        </p:txBody>
      </p:sp>
      <p:sp>
        <p:nvSpPr>
          <p:cNvPr id="142" name="G1CHART__geom_label">
            <a:extLst xmlns:a="http://schemas.openxmlformats.org/drawingml/2006/main">
              <a:ext uri="{FF2B5EF4-FFF2-40B4-BE49-F238E27FC236}">
                <a16:creationId xmlns:a16="http://schemas.microsoft.com/office/drawing/2014/main" id="{C5F44C67-EAD2-470E-BE78-AF28514D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0" y="1504950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" b="1" i="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fallback exhausted</a:t>
            </a:r>
          </a:p>
        </p:txBody>
      </p:sp>
      <p:sp>
        <p:nvSpPr>
          <p:cNvPr id="143" name="G1CHART__geom">
            <a:extLst xmlns:a="http://schemas.openxmlformats.org/drawingml/2006/main">
              <a:ext uri="{FF2B5EF4-FFF2-40B4-BE49-F238E27FC236}">
                <a16:creationId xmlns:a16="http://schemas.microsoft.com/office/drawing/2014/main" id="{D8BD0EAB-72F4-4247-9999-1ADFE11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5475" y="164782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0478">
            <a:solidFill>
              <a:srgbClr val="006B4F"/>
            </a:solidFill>
            <a:prstDash val="solid"/>
          </a:ln>
        </p:spPr>
      </p:sp>
      <p:sp>
        <p:nvSpPr>
          <p:cNvPr id="144" name="G1CHART__geom_value">
            <a:extLst xmlns:a="http://schemas.openxmlformats.org/drawingml/2006/main">
              <a:ext uri="{FF2B5EF4-FFF2-40B4-BE49-F238E27FC236}">
                <a16:creationId xmlns:a16="http://schemas.microsoft.com/office/drawing/2014/main" id="{9B625AA5-268B-42A3-B357-D9D7EBCE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573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810" b="1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 i="0">
                <a:solidFill>
                  <a:srgbClr val="006B4F"/>
                </a:solidFill>
                <a:latin typeface="Times New Roman"/>
                <a:ea typeface="Times New Roman"/>
                <a:cs typeface="Times New Roman"/>
              </a:rPr>
              <a:t>TERMINAL</a:t>
            </a:r>
          </a:p>
        </p:txBody>
      </p:sp>
      <p:sp>
        <p:nvSpPr>
          <p:cNvPr id="145" name="G1CHART__offline_reference">
            <a:extLst xmlns:a="http://schemas.openxmlformats.org/drawingml/2006/main">
              <a:ext uri="{FF2B5EF4-FFF2-40B4-BE49-F238E27FC236}">
                <a16:creationId xmlns:a16="http://schemas.microsoft.com/office/drawing/2014/main" id="{1865945D-53F7-435F-A748-9512C0D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6284" y="5143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G1CHART__offline_reference_label">
            <a:extLst xmlns:a="http://schemas.openxmlformats.org/drawingml/2006/main">
              <a:ext uri="{FF2B5EF4-FFF2-40B4-BE49-F238E27FC236}">
                <a16:creationId xmlns:a16="http://schemas.microsoft.com/office/drawing/2014/main" id="{CCB3AD43-5ABA-48E0-975A-A9786419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4950" y="18192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8066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47" name="G1CHART__belief_update">
            <a:extLst xmlns:a="http://schemas.openxmlformats.org/drawingml/2006/main">
              <a:ext uri="{FF2B5EF4-FFF2-40B4-BE49-F238E27FC236}">
                <a16:creationId xmlns:a16="http://schemas.microsoft.com/office/drawing/2014/main" id="{544DA1CB-EFD6-4B97-ACF4-E6CC5EF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5475" y="2057400"/>
            <a:ext cx="628650" cy="3238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148" name="G1CHART__belief_update_text">
            <a:extLst xmlns:a="http://schemas.openxmlformats.org/drawingml/2006/main">
              <a:ext uri="{FF2B5EF4-FFF2-40B4-BE49-F238E27FC236}">
                <a16:creationId xmlns:a16="http://schemas.microsoft.com/office/drawing/2014/main" id="{86860E77-F368-444F-97AC-27CEA442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4525" y="20669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660" b="1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0" b="1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rPr>
              <a:t>accepted revision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660" b="1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0" b="1" i="0">
                <a:solidFill>
                  <a:srgbClr val="005B8E"/>
                </a:solidFill>
                <a:latin typeface="Times New Roman"/>
                <a:ea typeface="Times New Roman"/>
                <a:cs typeface="Times New Roman"/>
              </a:rPr>
              <a:t>→ execute</a:t>
            </a:r>
          </a:p>
        </p:txBody>
      </p:sp>
      <p:sp>
        <p:nvSpPr>
          <p:cNvPr id="149" name="G1BOUND__strip">
            <a:extLst xmlns:a="http://schemas.openxmlformats.org/drawingml/2006/main">
              <a:ext uri="{FF2B5EF4-FFF2-40B4-BE49-F238E27FC236}">
                <a16:creationId xmlns:a16="http://schemas.microsoft.com/office/drawing/2014/main" id="{489DD64A-2890-4737-AB29-A52091D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" y="2495550"/>
            <a:ext cx="632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DE"/>
          </a:solidFill>
          <a:ln xmlns:a="http://schemas.openxmlformats.org/drawingml/2006/main" w="9525">
            <a:solidFill>
              <a:srgbClr val="806600"/>
            </a:solidFill>
            <a:prstDash val="solid"/>
          </a:ln>
        </p:spPr>
      </p:sp>
      <p:sp>
        <p:nvSpPr>
          <p:cNvPr id="150" name="G1BOUND__text">
            <a:extLst xmlns:a="http://schemas.openxmlformats.org/drawingml/2006/main">
              <a:ext uri="{FF2B5EF4-FFF2-40B4-BE49-F238E27FC236}">
                <a16:creationId xmlns:a16="http://schemas.microsoft.com/office/drawing/2014/main" id="{A0F4E783-FDEA-422D-961E-5C58111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" y="2505075"/>
            <a:ext cx="624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765" b="1" i="0">
                <a:solidFill>
                  <a:srgbClr val="4F4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1" i="0">
                <a:solidFill>
                  <a:srgbClr val="4F4100"/>
                </a:solidFill>
                <a:latin typeface="Times New Roman"/>
                <a:ea typeface="Times New Roman"/>
                <a:cs typeface="Times New Roman"/>
              </a:rPr>
              <a:t>Structured plan contract · semantic acceptance · repeated-no-effect recovery</a:t>
            </a:r>
          </a:p>
        </p:txBody>
      </p:sp>
    </p:spTree>
    <p:extLst>
      <p:ext uri="{BB962C8B-B14F-4D97-AF65-F5344CB8AC3E}">
        <p14:creationId xmlns:p14="http://schemas.microsoft.com/office/powerpoint/2010/main" val="1935616801"/>
      </p:ext>
    </p:extLst>
  </p:cSld>
</p:sld>
</file>

<file path=ppt/theme/theme1.xml><?xml version="1.0" encoding="utf-8"?>
<a:theme xmlns:a="http://schemas.openxmlformats.org/drawingml/2006/main" name="ChatGPT">
  <a:themeElements>
    <a:clrScheme name="MARS AAAI-27">
      <a:dk1>
        <a:srgbClr val="000000"/>
      </a:dk1>
      <a:lt1>
        <a:srgbClr val="FFFFFF"/>
      </a:lt1>
      <a:dk2>
        <a:srgbClr val="1A1A1A"/>
      </a:dk2>
      <a:lt2>
        <a:srgbClr val="EEF0F2"/>
      </a:lt2>
      <a:accent1>
        <a:srgbClr val="0072B2"/>
      </a:accent1>
      <a:accent2>
        <a:srgbClr val="006B4F"/>
      </a:accent2>
      <a:accent3>
        <a:srgbClr val="A63D00"/>
      </a:accent3>
      <a:accent4>
        <a:srgbClr val="8C3A73"/>
      </a:accent4>
      <a:accent5>
        <a:srgbClr val="806600"/>
      </a:accent5>
      <a:accent6>
        <a:srgbClr val="4B5563"/>
      </a:accent6>
      <a:hlink>
        <a:srgbClr val="0072B2"/>
      </a:hlink>
      <a:folHlink>
        <a:srgbClr val="8C3A7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RS AAAI-27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2026-08-10T07:34:45.2690000Z</dcterms:created>
  <dcterms:modified xsi:type="dcterms:W3CDTF">2026-08-10T07:34:45.2690000Z</dcterms:modified>
</coreProperties>
</file>